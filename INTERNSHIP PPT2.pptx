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9" r:id="rId1"/>
  </p:sldMasterIdLst>
  <p:notesMasterIdLst>
    <p:notesMasterId r:id="rId13"/>
  </p:notesMasterIdLst>
  <p:sldIdLst>
    <p:sldId id="257" r:id="rId2"/>
    <p:sldId id="262" r:id="rId3"/>
    <p:sldId id="266" r:id="rId4"/>
    <p:sldId id="261" r:id="rId5"/>
    <p:sldId id="259" r:id="rId6"/>
    <p:sldId id="267" r:id="rId7"/>
    <p:sldId id="271" r:id="rId8"/>
    <p:sldId id="264" r:id="rId9"/>
    <p:sldId id="268" r:id="rId10"/>
    <p:sldId id="269" r:id="rId11"/>
    <p:sldId id="27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F39D"/>
    <a:srgbClr val="EBF65C"/>
    <a:srgbClr val="FFCC99"/>
    <a:srgbClr val="F1F98F"/>
    <a:srgbClr val="F7FACA"/>
    <a:srgbClr val="DCFFC1"/>
    <a:srgbClr val="F3B1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60"/>
  </p:normalViewPr>
  <p:slideViewPr>
    <p:cSldViewPr snapToGrid="0">
      <p:cViewPr varScale="1">
        <p:scale>
          <a:sx n="82" d="100"/>
          <a:sy n="82" d="100"/>
        </p:scale>
        <p:origin x="7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CA6044-C296-4EEF-A53E-A1B4D4CE2DAD}" type="datetimeFigureOut">
              <a:rPr lang="en-IN" smtClean="0"/>
              <a:t>18-05-2026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0B097D-02FD-4AC5-B5CB-5F35369B388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0212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0B097D-02FD-4AC5-B5CB-5F35369B3885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9226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81A4A-EC8B-4917-BF59-28AEFB3C6D0B}" type="datetimeFigureOut">
              <a:rPr lang="en-IN" smtClean="0"/>
              <a:t>18-05-2026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CF70F-57ED-4B7A-B51F-A2E2706E4C50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2454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81A4A-EC8B-4917-BF59-28AEFB3C6D0B}" type="datetimeFigureOut">
              <a:rPr lang="en-IN" smtClean="0"/>
              <a:t>18-05-2026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CF70F-57ED-4B7A-B51F-A2E2706E4C5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0144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81A4A-EC8B-4917-BF59-28AEFB3C6D0B}" type="datetimeFigureOut">
              <a:rPr lang="en-IN" smtClean="0"/>
              <a:t>18-05-2026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CF70F-57ED-4B7A-B51F-A2E2706E4C50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2417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81A4A-EC8B-4917-BF59-28AEFB3C6D0B}" type="datetimeFigureOut">
              <a:rPr lang="en-IN" smtClean="0"/>
              <a:t>18-05-2026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CF70F-57ED-4B7A-B51F-A2E2706E4C5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7011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81A4A-EC8B-4917-BF59-28AEFB3C6D0B}" type="datetimeFigureOut">
              <a:rPr lang="en-IN" smtClean="0"/>
              <a:t>18-05-2026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CF70F-57ED-4B7A-B51F-A2E2706E4C5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2069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81A4A-EC8B-4917-BF59-28AEFB3C6D0B}" type="datetimeFigureOut">
              <a:rPr lang="en-IN" smtClean="0"/>
              <a:t>18-05-2026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CF70F-57ED-4B7A-B51F-A2E2706E4C5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4992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81A4A-EC8B-4917-BF59-28AEFB3C6D0B}" type="datetimeFigureOut">
              <a:rPr lang="en-IN" smtClean="0"/>
              <a:t>18-05-2026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CF70F-57ED-4B7A-B51F-A2E2706E4C5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4464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5B81A4A-EC8B-4917-BF59-28AEFB3C6D0B}" type="datetimeFigureOut">
              <a:rPr lang="en-IN" smtClean="0"/>
              <a:t>18-05-2026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99CF70F-57ED-4B7A-B51F-A2E2706E4C5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5579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81A4A-EC8B-4917-BF59-28AEFB3C6D0B}" type="datetimeFigureOut">
              <a:rPr lang="en-IN" smtClean="0"/>
              <a:t>18-05-2026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CF70F-57ED-4B7A-B51F-A2E2706E4C5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6874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81A4A-EC8B-4917-BF59-28AEFB3C6D0B}" type="datetimeFigureOut">
              <a:rPr lang="en-IN" smtClean="0"/>
              <a:t>18-05-2026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CF70F-57ED-4B7A-B51F-A2E2706E4C5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244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81A4A-EC8B-4917-BF59-28AEFB3C6D0B}" type="datetimeFigureOut">
              <a:rPr lang="en-IN" smtClean="0"/>
              <a:t>18-05-2026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CF70F-57ED-4B7A-B51F-A2E2706E4C5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9162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5B81A4A-EC8B-4917-BF59-28AEFB3C6D0B}" type="datetimeFigureOut">
              <a:rPr lang="en-IN" smtClean="0"/>
              <a:t>18-05-2026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99CF70F-57ED-4B7A-B51F-A2E2706E4C50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3725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0" r:id="rId1"/>
    <p:sldLayoutId id="2147483951" r:id="rId2"/>
    <p:sldLayoutId id="2147483952" r:id="rId3"/>
    <p:sldLayoutId id="2147483953" r:id="rId4"/>
    <p:sldLayoutId id="2147483954" r:id="rId5"/>
    <p:sldLayoutId id="2147483955" r:id="rId6"/>
    <p:sldLayoutId id="2147483956" r:id="rId7"/>
    <p:sldLayoutId id="2147483957" r:id="rId8"/>
    <p:sldLayoutId id="2147483958" r:id="rId9"/>
    <p:sldLayoutId id="2147483959" r:id="rId10"/>
    <p:sldLayoutId id="214748396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F61FC9B8-588D-6978-BC4F-DB3D8CB5B359}"/>
              </a:ext>
            </a:extLst>
          </p:cNvPr>
          <p:cNvSpPr/>
          <p:nvPr/>
        </p:nvSpPr>
        <p:spPr>
          <a:xfrm>
            <a:off x="231059" y="243349"/>
            <a:ext cx="11729883" cy="6371303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80905AE-0B19-05E3-A91A-D48D5A770792}"/>
              </a:ext>
            </a:extLst>
          </p:cNvPr>
          <p:cNvGrpSpPr/>
          <p:nvPr/>
        </p:nvGrpSpPr>
        <p:grpSpPr>
          <a:xfrm>
            <a:off x="500743" y="561333"/>
            <a:ext cx="10747360" cy="1918200"/>
            <a:chOff x="812369" y="604883"/>
            <a:chExt cx="10435734" cy="1918200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5FDB752-B4AB-BE0F-BE81-65DA92B9E22E}"/>
                </a:ext>
              </a:extLst>
            </p:cNvPr>
            <p:cNvGrpSpPr/>
            <p:nvPr/>
          </p:nvGrpSpPr>
          <p:grpSpPr>
            <a:xfrm>
              <a:off x="812369" y="604883"/>
              <a:ext cx="10160056" cy="1136337"/>
              <a:chOff x="814411" y="735511"/>
              <a:chExt cx="10160056" cy="1136337"/>
            </a:xfrm>
          </p:grpSpPr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8D6BD99-BDC5-3AFC-3DBE-2D43CA7B2BE3}"/>
                  </a:ext>
                </a:extLst>
              </p:cNvPr>
              <p:cNvSpPr txBox="1"/>
              <p:nvPr/>
            </p:nvSpPr>
            <p:spPr>
              <a:xfrm>
                <a:off x="1217533" y="735511"/>
                <a:ext cx="9756934" cy="1136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ARKA EDUCATION &amp; CULTURAL TRUST(R)</a:t>
                </a:r>
              </a:p>
              <a:p>
                <a:pPr algn="ctr"/>
                <a:r>
                  <a:rPr lang="en-IN" sz="2800" b="1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JAIN INSTITUTE OF TECHNOLOGY, DAVANAGERE</a:t>
                </a:r>
              </a:p>
              <a:p>
                <a:pPr algn="ctr"/>
                <a:r>
                  <a:rPr lang="en-IN" sz="1200" b="1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 UNIT OF JAIN GROUP OF INSTITUTIONS, BENGALURU)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IN" sz="1200" b="1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AFFILIATED TO VTU | APPROVED BY AICTE NEW DELHI AND GOVERNMENT OF KARNATAKA</a:t>
                </a:r>
              </a:p>
            </p:txBody>
          </p:sp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A47A91DD-352E-A690-1051-5A9BAE6D2B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4411" y="879924"/>
                <a:ext cx="729946" cy="709508"/>
              </a:xfrm>
              <a:prstGeom prst="rect">
                <a:avLst/>
              </a:prstGeom>
            </p:spPr>
          </p:pic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B7FFBFE-E2D3-13B4-B326-60491342DCF0}"/>
                </a:ext>
              </a:extLst>
            </p:cNvPr>
            <p:cNvSpPr txBox="1"/>
            <p:nvPr/>
          </p:nvSpPr>
          <p:spPr>
            <a:xfrm>
              <a:off x="993058" y="2030640"/>
              <a:ext cx="10255045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600" b="1" dirty="0">
                  <a:solidFill>
                    <a:schemeClr val="accent6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DEPARTMENT OF COMPUTER SCIENCE AND ENGINEERING</a:t>
              </a:r>
              <a:endParaRPr lang="en-IN" sz="26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9" name="Title 1">
            <a:extLst>
              <a:ext uri="{FF2B5EF4-FFF2-40B4-BE49-F238E27FC236}">
                <a16:creationId xmlns:a16="http://schemas.microsoft.com/office/drawing/2014/main" id="{6FACF18D-21B7-C126-554C-A6C7B7A5C381}"/>
              </a:ext>
            </a:extLst>
          </p:cNvPr>
          <p:cNvSpPr txBox="1">
            <a:spLocks/>
          </p:cNvSpPr>
          <p:nvPr/>
        </p:nvSpPr>
        <p:spPr>
          <a:xfrm>
            <a:off x="812369" y="2841603"/>
            <a:ext cx="10567261" cy="776271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Echo Eats:  Voice-Based Food Ordering Web Application</a:t>
            </a:r>
          </a:p>
          <a:p>
            <a:pPr algn="ctr"/>
            <a:endParaRPr lang="en-IN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2FA48C4-5A52-3B62-CC79-72FD38CFD4E4}"/>
              </a:ext>
            </a:extLst>
          </p:cNvPr>
          <p:cNvSpPr txBox="1"/>
          <p:nvPr/>
        </p:nvSpPr>
        <p:spPr>
          <a:xfrm>
            <a:off x="686828" y="3725963"/>
            <a:ext cx="5848986" cy="2570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sz="22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ON:</a:t>
            </a:r>
            <a:br>
              <a:rPr lang="en-US" sz="22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u="sng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PYTHON FULL STACK DEVELOPMENT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EXTERNAL GUIDE :</a:t>
            </a:r>
            <a:r>
              <a:rPr lang="en-US" sz="2200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Mr. GOVIND RAJ P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INTERNAL GUIDE :</a:t>
            </a:r>
            <a:r>
              <a:rPr lang="en-US" sz="22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Ms. RAMYA BN</a:t>
            </a:r>
            <a:endParaRPr lang="en-IN" sz="22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10B36D3-418E-D17B-7D4B-2B48EBABEA1C}"/>
              </a:ext>
            </a:extLst>
          </p:cNvPr>
          <p:cNvSpPr txBox="1"/>
          <p:nvPr/>
        </p:nvSpPr>
        <p:spPr>
          <a:xfrm>
            <a:off x="7064476" y="3979944"/>
            <a:ext cx="4896465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sz="22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DHANUSH KUMAR PV</a:t>
            </a:r>
          </a:p>
          <a:p>
            <a:r>
              <a:rPr lang="en-US" sz="22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[4JD22CS032]</a:t>
            </a:r>
            <a:endParaRPr lang="en-IN" sz="22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36DBF651-C8AE-18D8-A296-BE91B5C4F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0659" y="654648"/>
            <a:ext cx="1334887" cy="63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465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296F155E-9F6D-5A34-9698-9161A2A1F20D}"/>
              </a:ext>
            </a:extLst>
          </p:cNvPr>
          <p:cNvSpPr/>
          <p:nvPr/>
        </p:nvSpPr>
        <p:spPr>
          <a:xfrm>
            <a:off x="463757" y="1427459"/>
            <a:ext cx="5415115" cy="610433"/>
          </a:xfrm>
          <a:custGeom>
            <a:avLst/>
            <a:gdLst>
              <a:gd name="csX0" fmla="*/ 0 w 5415115"/>
              <a:gd name="csY0" fmla="*/ 101741 h 610433"/>
              <a:gd name="csX1" fmla="*/ 101741 w 5415115"/>
              <a:gd name="csY1" fmla="*/ 0 h 610433"/>
              <a:gd name="csX2" fmla="*/ 5313374 w 5415115"/>
              <a:gd name="csY2" fmla="*/ 0 h 610433"/>
              <a:gd name="csX3" fmla="*/ 5415115 w 5415115"/>
              <a:gd name="csY3" fmla="*/ 101741 h 610433"/>
              <a:gd name="csX4" fmla="*/ 5415115 w 5415115"/>
              <a:gd name="csY4" fmla="*/ 508692 h 610433"/>
              <a:gd name="csX5" fmla="*/ 5313374 w 5415115"/>
              <a:gd name="csY5" fmla="*/ 610433 h 610433"/>
              <a:gd name="csX6" fmla="*/ 101741 w 5415115"/>
              <a:gd name="csY6" fmla="*/ 610433 h 610433"/>
              <a:gd name="csX7" fmla="*/ 0 w 5415115"/>
              <a:gd name="csY7" fmla="*/ 508692 h 610433"/>
              <a:gd name="csX8" fmla="*/ 0 w 5415115"/>
              <a:gd name="csY8" fmla="*/ 101741 h 6104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415115" h="610433">
                <a:moveTo>
                  <a:pt x="0" y="101741"/>
                </a:moveTo>
                <a:cubicBezTo>
                  <a:pt x="0" y="45551"/>
                  <a:pt x="45551" y="0"/>
                  <a:pt x="101741" y="0"/>
                </a:cubicBezTo>
                <a:lnTo>
                  <a:pt x="5313374" y="0"/>
                </a:lnTo>
                <a:cubicBezTo>
                  <a:pt x="5369564" y="0"/>
                  <a:pt x="5415115" y="45551"/>
                  <a:pt x="5415115" y="101741"/>
                </a:cubicBezTo>
                <a:lnTo>
                  <a:pt x="5415115" y="508692"/>
                </a:lnTo>
                <a:cubicBezTo>
                  <a:pt x="5415115" y="564882"/>
                  <a:pt x="5369564" y="610433"/>
                  <a:pt x="5313374" y="610433"/>
                </a:cubicBezTo>
                <a:lnTo>
                  <a:pt x="101741" y="610433"/>
                </a:lnTo>
                <a:cubicBezTo>
                  <a:pt x="45551" y="610433"/>
                  <a:pt x="0" y="564882"/>
                  <a:pt x="0" y="508692"/>
                </a:cubicBezTo>
                <a:lnTo>
                  <a:pt x="0" y="101741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0"/>
              <a:satOff val="0"/>
              <a:lumOff val="0"/>
              <a:alphaOff val="0"/>
            </a:schemeClr>
          </a:fillRef>
          <a:effectRef idx="2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6479" tIns="136479" rIns="136479" bIns="136479" numCol="1" spcCol="1270" anchor="ctr" anchorCtr="0">
            <a:noAutofit/>
          </a:bodyPr>
          <a:lstStyle/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GLOBALLY RECOGNIZED </a:t>
            </a:r>
            <a:endParaRPr lang="en-IN" sz="2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F56AA1F-913F-A357-B36D-ED5F755AEF83}"/>
              </a:ext>
            </a:extLst>
          </p:cNvPr>
          <p:cNvSpPr/>
          <p:nvPr/>
        </p:nvSpPr>
        <p:spPr>
          <a:xfrm>
            <a:off x="267814" y="2212068"/>
            <a:ext cx="5611058" cy="2269031"/>
          </a:xfrm>
          <a:custGeom>
            <a:avLst/>
            <a:gdLst>
              <a:gd name="csX0" fmla="*/ 0 w 5415115"/>
              <a:gd name="csY0" fmla="*/ 0 h 1854720"/>
              <a:gd name="csX1" fmla="*/ 5415115 w 5415115"/>
              <a:gd name="csY1" fmla="*/ 0 h 1854720"/>
              <a:gd name="csX2" fmla="*/ 5415115 w 5415115"/>
              <a:gd name="csY2" fmla="*/ 1854720 h 1854720"/>
              <a:gd name="csX3" fmla="*/ 0 w 5415115"/>
              <a:gd name="csY3" fmla="*/ 1854720 h 1854720"/>
              <a:gd name="csX4" fmla="*/ 0 w 5415115"/>
              <a:gd name="csY4" fmla="*/ 0 h 18547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415115" h="1854720">
                <a:moveTo>
                  <a:pt x="0" y="0"/>
                </a:moveTo>
                <a:lnTo>
                  <a:pt x="5415115" y="0"/>
                </a:lnTo>
                <a:lnTo>
                  <a:pt x="5415115" y="1854720"/>
                </a:lnTo>
                <a:lnTo>
                  <a:pt x="0" y="185472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71930" tIns="30480" rIns="170688" bIns="30480" numCol="1" spcCol="1270" anchor="t" anchorCtr="0">
            <a:noAutofit/>
          </a:bodyPr>
          <a:lstStyle/>
          <a:p>
            <a:pPr marL="228600" lvl="1" indent="-228600" algn="just" defTabSz="10668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4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training organization.</a:t>
            </a:r>
            <a:endParaRPr lang="en-IN" sz="2400" kern="1200" dirty="0"/>
          </a:p>
          <a:p>
            <a:pPr marL="228600" lvl="1" indent="-228600" algn="just" defTabSz="10668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4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Focused on industry-oriented technical education </a:t>
            </a:r>
            <a:r>
              <a:rPr lang="en-IN" sz="24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students and professionals.</a:t>
            </a:r>
            <a:endParaRPr lang="en-IN" sz="2400" kern="1200" dirty="0"/>
          </a:p>
          <a:p>
            <a:pPr marL="228600" lvl="1" indent="-228600" algn="just" defTabSz="10668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Vision: To bridge the gap between academic learning and industry. requirements</a:t>
            </a:r>
            <a:endParaRPr lang="en-IN" sz="2400" kern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13755085-1C05-0F39-AE3B-44A1D1A21F70}"/>
              </a:ext>
            </a:extLst>
          </p:cNvPr>
          <p:cNvSpPr/>
          <p:nvPr/>
        </p:nvSpPr>
        <p:spPr>
          <a:xfrm>
            <a:off x="6313127" y="1427459"/>
            <a:ext cx="5415115" cy="609583"/>
          </a:xfrm>
          <a:custGeom>
            <a:avLst/>
            <a:gdLst>
              <a:gd name="csX0" fmla="*/ 0 w 5415115"/>
              <a:gd name="csY0" fmla="*/ 101599 h 609583"/>
              <a:gd name="csX1" fmla="*/ 101599 w 5415115"/>
              <a:gd name="csY1" fmla="*/ 0 h 609583"/>
              <a:gd name="csX2" fmla="*/ 5313516 w 5415115"/>
              <a:gd name="csY2" fmla="*/ 0 h 609583"/>
              <a:gd name="csX3" fmla="*/ 5415115 w 5415115"/>
              <a:gd name="csY3" fmla="*/ 101599 h 609583"/>
              <a:gd name="csX4" fmla="*/ 5415115 w 5415115"/>
              <a:gd name="csY4" fmla="*/ 507984 h 609583"/>
              <a:gd name="csX5" fmla="*/ 5313516 w 5415115"/>
              <a:gd name="csY5" fmla="*/ 609583 h 609583"/>
              <a:gd name="csX6" fmla="*/ 101599 w 5415115"/>
              <a:gd name="csY6" fmla="*/ 609583 h 609583"/>
              <a:gd name="csX7" fmla="*/ 0 w 5415115"/>
              <a:gd name="csY7" fmla="*/ 507984 h 609583"/>
              <a:gd name="csX8" fmla="*/ 0 w 5415115"/>
              <a:gd name="csY8" fmla="*/ 101599 h 6095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415115" h="609583">
                <a:moveTo>
                  <a:pt x="0" y="101599"/>
                </a:moveTo>
                <a:cubicBezTo>
                  <a:pt x="0" y="45487"/>
                  <a:pt x="45487" y="0"/>
                  <a:pt x="101599" y="0"/>
                </a:cubicBezTo>
                <a:lnTo>
                  <a:pt x="5313516" y="0"/>
                </a:lnTo>
                <a:cubicBezTo>
                  <a:pt x="5369628" y="0"/>
                  <a:pt x="5415115" y="45487"/>
                  <a:pt x="5415115" y="101599"/>
                </a:cubicBezTo>
                <a:lnTo>
                  <a:pt x="5415115" y="507984"/>
                </a:lnTo>
                <a:cubicBezTo>
                  <a:pt x="5415115" y="564096"/>
                  <a:pt x="5369628" y="609583"/>
                  <a:pt x="5313516" y="609583"/>
                </a:cubicBezTo>
                <a:lnTo>
                  <a:pt x="101599" y="609583"/>
                </a:lnTo>
                <a:cubicBezTo>
                  <a:pt x="45487" y="609583"/>
                  <a:pt x="0" y="564096"/>
                  <a:pt x="0" y="507984"/>
                </a:cubicBezTo>
                <a:lnTo>
                  <a:pt x="0" y="101599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0"/>
              <a:satOff val="0"/>
              <a:lumOff val="0"/>
              <a:alphaOff val="0"/>
            </a:schemeClr>
          </a:fillRef>
          <a:effectRef idx="2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6437" tIns="136437" rIns="136437" bIns="136437" numCol="1" spcCol="1270" anchor="ctr" anchorCtr="0">
            <a:noAutofit/>
          </a:bodyPr>
          <a:lstStyle/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28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KEY HIGHLIGHTS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A932C021-2FDE-F6B7-5EB6-43069E68BC91}"/>
              </a:ext>
            </a:extLst>
          </p:cNvPr>
          <p:cNvSpPr/>
          <p:nvPr/>
        </p:nvSpPr>
        <p:spPr>
          <a:xfrm>
            <a:off x="6313126" y="2202678"/>
            <a:ext cx="5415115" cy="1424160"/>
          </a:xfrm>
          <a:custGeom>
            <a:avLst/>
            <a:gdLst>
              <a:gd name="csX0" fmla="*/ 0 w 5415115"/>
              <a:gd name="csY0" fmla="*/ 0 h 1424160"/>
              <a:gd name="csX1" fmla="*/ 5415115 w 5415115"/>
              <a:gd name="csY1" fmla="*/ 0 h 1424160"/>
              <a:gd name="csX2" fmla="*/ 5415115 w 5415115"/>
              <a:gd name="csY2" fmla="*/ 1424160 h 1424160"/>
              <a:gd name="csX3" fmla="*/ 0 w 5415115"/>
              <a:gd name="csY3" fmla="*/ 1424160 h 1424160"/>
              <a:gd name="csX4" fmla="*/ 0 w 5415115"/>
              <a:gd name="csY4" fmla="*/ 0 h 1424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415115" h="1424160">
                <a:moveTo>
                  <a:pt x="0" y="0"/>
                </a:moveTo>
                <a:lnTo>
                  <a:pt x="5415115" y="0"/>
                </a:lnTo>
                <a:lnTo>
                  <a:pt x="5415115" y="1424160"/>
                </a:lnTo>
                <a:lnTo>
                  <a:pt x="0" y="142416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71930" tIns="30480" rIns="170688" bIns="30480" numCol="1" spcCol="1270" anchor="t" anchorCtr="0">
            <a:noAutofit/>
          </a:bodyPr>
          <a:lstStyle/>
          <a:p>
            <a:pPr marL="228600" lvl="1" indent="-228600" algn="just" defTabSz="10668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Font typeface="Arial" panose="020B0604020202020204" pitchFamily="34" charset="0"/>
              <a:buChar char="•"/>
            </a:pPr>
            <a:r>
              <a:rPr lang="en-US" sz="2400" b="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placement support and career guidance.</a:t>
            </a:r>
            <a:endParaRPr lang="en-IN" sz="2400" b="0" kern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indent="-228600" algn="just" defTabSz="10668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Font typeface="Arial" panose="020B0604020202020204" pitchFamily="34" charset="0"/>
              <a:buChar char="•"/>
            </a:pPr>
            <a:r>
              <a:rPr lang="en-US" sz="24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Hands-on training with real-world projects.</a:t>
            </a:r>
          </a:p>
          <a:p>
            <a:pPr marL="228600" lvl="1" indent="-228600" algn="just" defTabSz="10668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Font typeface="Arial" panose="020B0604020202020204" pitchFamily="34" charset="0"/>
              <a:buChar char="•"/>
            </a:pPr>
            <a:endParaRPr lang="en-IN" sz="2400" kern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F2E8037-B0D1-20F1-45D3-9AD289F6C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6507" y="365125"/>
            <a:ext cx="8118987" cy="775417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QSPIDERS</a:t>
            </a: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(A Unit Test Yantra Software Solutions)</a:t>
            </a:r>
            <a:endParaRPr lang="en-IN" sz="3600" b="1" dirty="0">
              <a:solidFill>
                <a:schemeClr val="accent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066FF0B-0A98-0FEB-995D-D9AAD109DA77}"/>
              </a:ext>
            </a:extLst>
          </p:cNvPr>
          <p:cNvGrpSpPr/>
          <p:nvPr/>
        </p:nvGrpSpPr>
        <p:grpSpPr>
          <a:xfrm>
            <a:off x="6313127" y="4610170"/>
            <a:ext cx="5415116" cy="1799343"/>
            <a:chOff x="6313129" y="4112430"/>
            <a:chExt cx="5415116" cy="179934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AAB958C-191C-E279-5108-857E63581C79}"/>
                </a:ext>
              </a:extLst>
            </p:cNvPr>
            <p:cNvSpPr/>
            <p:nvPr/>
          </p:nvSpPr>
          <p:spPr>
            <a:xfrm>
              <a:off x="6313130" y="4112430"/>
              <a:ext cx="5415115" cy="646999"/>
            </a:xfrm>
            <a:custGeom>
              <a:avLst/>
              <a:gdLst>
                <a:gd name="csX0" fmla="*/ 0 w 5415115"/>
                <a:gd name="csY0" fmla="*/ 101741 h 610433"/>
                <a:gd name="csX1" fmla="*/ 101741 w 5415115"/>
                <a:gd name="csY1" fmla="*/ 0 h 610433"/>
                <a:gd name="csX2" fmla="*/ 5313374 w 5415115"/>
                <a:gd name="csY2" fmla="*/ 0 h 610433"/>
                <a:gd name="csX3" fmla="*/ 5415115 w 5415115"/>
                <a:gd name="csY3" fmla="*/ 101741 h 610433"/>
                <a:gd name="csX4" fmla="*/ 5415115 w 5415115"/>
                <a:gd name="csY4" fmla="*/ 508692 h 610433"/>
                <a:gd name="csX5" fmla="*/ 5313374 w 5415115"/>
                <a:gd name="csY5" fmla="*/ 610433 h 610433"/>
                <a:gd name="csX6" fmla="*/ 101741 w 5415115"/>
                <a:gd name="csY6" fmla="*/ 610433 h 610433"/>
                <a:gd name="csX7" fmla="*/ 0 w 5415115"/>
                <a:gd name="csY7" fmla="*/ 508692 h 610433"/>
                <a:gd name="csX8" fmla="*/ 0 w 5415115"/>
                <a:gd name="csY8" fmla="*/ 101741 h 610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5415115" h="610433">
                  <a:moveTo>
                    <a:pt x="0" y="101741"/>
                  </a:moveTo>
                  <a:cubicBezTo>
                    <a:pt x="0" y="45551"/>
                    <a:pt x="45551" y="0"/>
                    <a:pt x="101741" y="0"/>
                  </a:cubicBezTo>
                  <a:lnTo>
                    <a:pt x="5313374" y="0"/>
                  </a:lnTo>
                  <a:cubicBezTo>
                    <a:pt x="5369564" y="0"/>
                    <a:pt x="5415115" y="45551"/>
                    <a:pt x="5415115" y="101741"/>
                  </a:cubicBezTo>
                  <a:lnTo>
                    <a:pt x="5415115" y="508692"/>
                  </a:lnTo>
                  <a:cubicBezTo>
                    <a:pt x="5415115" y="564882"/>
                    <a:pt x="5369564" y="610433"/>
                    <a:pt x="5313374" y="610433"/>
                  </a:cubicBezTo>
                  <a:lnTo>
                    <a:pt x="101741" y="610433"/>
                  </a:lnTo>
                  <a:cubicBezTo>
                    <a:pt x="45551" y="610433"/>
                    <a:pt x="0" y="564882"/>
                    <a:pt x="0" y="508692"/>
                  </a:cubicBezTo>
                  <a:lnTo>
                    <a:pt x="0" y="101741"/>
                  </a:lnTo>
                  <a:close/>
                </a:path>
              </a:pathLst>
            </a:custGeom>
            <a:scene3d>
              <a:camera prst="orthographicFront"/>
              <a:lightRig rig="threePt" dir="t">
                <a:rot lat="0" lon="0" rev="7500000"/>
              </a:lightRig>
            </a:scene3d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6479" tIns="136479" rIns="136479" bIns="136479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b="1" kern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ACHIEVEMENTS</a:t>
              </a:r>
              <a:endParaRPr lang="en-IN" sz="28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A7B3BAC-6B60-1EE1-4E9F-DC4FB0CEDEC1}"/>
                </a:ext>
              </a:extLst>
            </p:cNvPr>
            <p:cNvSpPr/>
            <p:nvPr/>
          </p:nvSpPr>
          <p:spPr>
            <a:xfrm>
              <a:off x="6313129" y="4851933"/>
              <a:ext cx="5415115" cy="1059840"/>
            </a:xfrm>
            <a:custGeom>
              <a:avLst/>
              <a:gdLst>
                <a:gd name="csX0" fmla="*/ 0 w 5415115"/>
                <a:gd name="csY0" fmla="*/ 0 h 1059840"/>
                <a:gd name="csX1" fmla="*/ 5415115 w 5415115"/>
                <a:gd name="csY1" fmla="*/ 0 h 1059840"/>
                <a:gd name="csX2" fmla="*/ 5415115 w 5415115"/>
                <a:gd name="csY2" fmla="*/ 1059840 h 1059840"/>
                <a:gd name="csX3" fmla="*/ 0 w 5415115"/>
                <a:gd name="csY3" fmla="*/ 1059840 h 1059840"/>
                <a:gd name="csX4" fmla="*/ 0 w 5415115"/>
                <a:gd name="csY4" fmla="*/ 0 h 10598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415115" h="1059840">
                  <a:moveTo>
                    <a:pt x="0" y="0"/>
                  </a:moveTo>
                  <a:lnTo>
                    <a:pt x="5415115" y="0"/>
                  </a:lnTo>
                  <a:lnTo>
                    <a:pt x="5415115" y="1059840"/>
                  </a:lnTo>
                  <a:lnTo>
                    <a:pt x="0" y="105984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1930" tIns="30480" rIns="170688" bIns="30480" numCol="1" spcCol="1270" anchor="t" anchorCtr="0">
              <a:noAutofit/>
            </a:bodyPr>
            <a:lstStyle/>
            <a:p>
              <a:pPr marL="228600" lvl="1" indent="-228600" algn="just" defTabSz="10668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"/>
              </a:pPr>
              <a:r>
                <a:rPr lang="en-US" sz="2400" b="0" kern="12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4.78+ lakh Engineers have been placed through the company over the period of 12+ years.</a:t>
              </a:r>
              <a:endParaRPr lang="en-IN" sz="2400" b="0" kern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A7CC04B-35EF-FAA8-AFB7-F18611C8A142}"/>
              </a:ext>
            </a:extLst>
          </p:cNvPr>
          <p:cNvGrpSpPr/>
          <p:nvPr/>
        </p:nvGrpSpPr>
        <p:grpSpPr>
          <a:xfrm>
            <a:off x="267814" y="4610170"/>
            <a:ext cx="6238099" cy="2200229"/>
            <a:chOff x="6096000" y="1415131"/>
            <a:chExt cx="6238099" cy="2200229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AF99723-9041-1B32-CC0C-81DC7F087BB0}"/>
                </a:ext>
              </a:extLst>
            </p:cNvPr>
            <p:cNvSpPr/>
            <p:nvPr/>
          </p:nvSpPr>
          <p:spPr>
            <a:xfrm>
              <a:off x="6313130" y="1415131"/>
              <a:ext cx="5415115" cy="646999"/>
            </a:xfrm>
            <a:custGeom>
              <a:avLst/>
              <a:gdLst>
                <a:gd name="csX0" fmla="*/ 0 w 5415115"/>
                <a:gd name="csY0" fmla="*/ 107835 h 646999"/>
                <a:gd name="csX1" fmla="*/ 107835 w 5415115"/>
                <a:gd name="csY1" fmla="*/ 0 h 646999"/>
                <a:gd name="csX2" fmla="*/ 5307280 w 5415115"/>
                <a:gd name="csY2" fmla="*/ 0 h 646999"/>
                <a:gd name="csX3" fmla="*/ 5415115 w 5415115"/>
                <a:gd name="csY3" fmla="*/ 107835 h 646999"/>
                <a:gd name="csX4" fmla="*/ 5415115 w 5415115"/>
                <a:gd name="csY4" fmla="*/ 539164 h 646999"/>
                <a:gd name="csX5" fmla="*/ 5307280 w 5415115"/>
                <a:gd name="csY5" fmla="*/ 646999 h 646999"/>
                <a:gd name="csX6" fmla="*/ 107835 w 5415115"/>
                <a:gd name="csY6" fmla="*/ 646999 h 646999"/>
                <a:gd name="csX7" fmla="*/ 0 w 5415115"/>
                <a:gd name="csY7" fmla="*/ 539164 h 646999"/>
                <a:gd name="csX8" fmla="*/ 0 w 5415115"/>
                <a:gd name="csY8" fmla="*/ 107835 h 6469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5415115" h="646999">
                  <a:moveTo>
                    <a:pt x="0" y="107835"/>
                  </a:moveTo>
                  <a:cubicBezTo>
                    <a:pt x="0" y="48279"/>
                    <a:pt x="48279" y="0"/>
                    <a:pt x="107835" y="0"/>
                  </a:cubicBezTo>
                  <a:lnTo>
                    <a:pt x="5307280" y="0"/>
                  </a:lnTo>
                  <a:cubicBezTo>
                    <a:pt x="5366836" y="0"/>
                    <a:pt x="5415115" y="48279"/>
                    <a:pt x="5415115" y="107835"/>
                  </a:cubicBezTo>
                  <a:lnTo>
                    <a:pt x="5415115" y="539164"/>
                  </a:lnTo>
                  <a:cubicBezTo>
                    <a:pt x="5415115" y="598720"/>
                    <a:pt x="5366836" y="646999"/>
                    <a:pt x="5307280" y="646999"/>
                  </a:cubicBezTo>
                  <a:lnTo>
                    <a:pt x="107835" y="646999"/>
                  </a:lnTo>
                  <a:cubicBezTo>
                    <a:pt x="48279" y="646999"/>
                    <a:pt x="0" y="598720"/>
                    <a:pt x="0" y="539164"/>
                  </a:cubicBezTo>
                  <a:lnTo>
                    <a:pt x="0" y="107835"/>
                  </a:lnTo>
                  <a:close/>
                </a:path>
              </a:pathLst>
            </a:custGeom>
            <a:scene3d>
              <a:camera prst="orthographicFront"/>
              <a:lightRig rig="threePt" dir="t">
                <a:rot lat="0" lon="0" rev="7500000"/>
              </a:lightRig>
            </a:scene3d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8264" tIns="138264" rIns="138264" bIns="138264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b="1" kern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COURSE DETAILS</a:t>
              </a:r>
              <a:endParaRPr lang="en-IN" sz="28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F449C33-E94C-158A-7BE9-443B8C2E3255}"/>
                </a:ext>
              </a:extLst>
            </p:cNvPr>
            <p:cNvSpPr/>
            <p:nvPr/>
          </p:nvSpPr>
          <p:spPr>
            <a:xfrm>
              <a:off x="6096000" y="2191200"/>
              <a:ext cx="6238099" cy="1424160"/>
            </a:xfrm>
            <a:custGeom>
              <a:avLst/>
              <a:gdLst>
                <a:gd name="csX0" fmla="*/ 0 w 5415115"/>
                <a:gd name="csY0" fmla="*/ 0 h 1424160"/>
                <a:gd name="csX1" fmla="*/ 5415115 w 5415115"/>
                <a:gd name="csY1" fmla="*/ 0 h 1424160"/>
                <a:gd name="csX2" fmla="*/ 5415115 w 5415115"/>
                <a:gd name="csY2" fmla="*/ 1424160 h 1424160"/>
                <a:gd name="csX3" fmla="*/ 0 w 5415115"/>
                <a:gd name="csY3" fmla="*/ 1424160 h 1424160"/>
                <a:gd name="csX4" fmla="*/ 0 w 5415115"/>
                <a:gd name="csY4" fmla="*/ 0 h 14241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415115" h="1424160">
                  <a:moveTo>
                    <a:pt x="0" y="0"/>
                  </a:moveTo>
                  <a:lnTo>
                    <a:pt x="5415115" y="0"/>
                  </a:lnTo>
                  <a:lnTo>
                    <a:pt x="5415115" y="1424160"/>
                  </a:lnTo>
                  <a:lnTo>
                    <a:pt x="0" y="142416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1930" tIns="30480" rIns="170688" bIns="30480" numCol="1" spcCol="1270" anchor="t" anchorCtr="0">
              <a:noAutofit/>
            </a:bodyPr>
            <a:lstStyle/>
            <a:p>
              <a:pPr marL="228600" lvl="1" indent="-22860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"/>
              </a:pPr>
              <a:r>
                <a:rPr lang="en-US" sz="2400" b="0" kern="12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Course: Python Full Stack Development.</a:t>
              </a:r>
              <a:endParaRPr lang="en-IN" sz="2400" b="0" kern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28600" lvl="1" indent="-22860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"/>
              </a:pPr>
              <a:r>
                <a:rPr lang="en-US" sz="2400" b="0" kern="12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Location: Pyspiders, Rajajinagar, Bengaluru.</a:t>
              </a:r>
            </a:p>
            <a:p>
              <a:pPr marL="228600" lvl="1" indent="-22860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"/>
              </a:pPr>
              <a:endParaRPr lang="en-IN" sz="2400" b="0" kern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1F3C606C-A4EF-69D2-413F-3F3154000A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64" b="14178"/>
          <a:stretch>
            <a:fillRect/>
          </a:stretch>
        </p:blipFill>
        <p:spPr>
          <a:xfrm>
            <a:off x="1052873" y="478971"/>
            <a:ext cx="983633" cy="66157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703D19C8-91D0-BB24-DDCC-5A29B5EB51F0}"/>
              </a:ext>
            </a:extLst>
          </p:cNvPr>
          <p:cNvSpPr/>
          <p:nvPr/>
        </p:nvSpPr>
        <p:spPr>
          <a:xfrm>
            <a:off x="231059" y="243349"/>
            <a:ext cx="11729883" cy="6371303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3613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E9DC6C5-5070-42DA-258D-38A4E2E1FE11}"/>
              </a:ext>
            </a:extLst>
          </p:cNvPr>
          <p:cNvSpPr txBox="1">
            <a:spLocks/>
          </p:cNvSpPr>
          <p:nvPr/>
        </p:nvSpPr>
        <p:spPr>
          <a:xfrm>
            <a:off x="838200" y="1825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70F0B867-C975-F7C9-65D7-E183349DE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INTERSHIP OBJECTIVES :</a:t>
            </a:r>
            <a:endParaRPr lang="en-IN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87DE520-C188-E31F-830E-B58A8498A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Giving complete knowledge of web applications. Covers both frontend and backend development.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 job opportunities in the IT industry.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building end-to-end projects independently.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understanding of system design and architecture.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Easier to switch between roles (Frontend / Backend / Developer).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599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797F39-C2FF-F83B-297D-EBE913316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033" y="666446"/>
            <a:ext cx="8596668" cy="13208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</a:t>
            </a:r>
            <a:r>
              <a:rPr lang="en-US" sz="3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  <a:r>
              <a:rPr lang="en-US" sz="3600" b="1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:</a:t>
            </a:r>
            <a:br>
              <a:rPr lang="en-US" sz="3600" b="1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</a:br>
            <a:endParaRPr lang="en-IN" sz="3600" b="1" dirty="0">
              <a:solidFill>
                <a:schemeClr val="accent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EEAF0C-267F-E25A-1C4F-C3F1088E4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662" y="1032555"/>
            <a:ext cx="10515600" cy="479288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voice-based food ordering system using AI technology.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 web application using Django and React.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speech recognition for user voice commands.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facilitate secure online transactions using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Razorpay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payment gateway.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improve user experience with a simple and interactive interface</a:t>
            </a:r>
          </a:p>
          <a:p>
            <a:pPr marL="0" indent="0">
              <a:lnSpc>
                <a:spcPct val="150000"/>
              </a:lnSpc>
              <a:buNone/>
            </a:pPr>
            <a:endParaRPr lang="en-IN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40023A-F32D-AC78-9054-0DF6A46130AE}"/>
              </a:ext>
            </a:extLst>
          </p:cNvPr>
          <p:cNvSpPr/>
          <p:nvPr/>
        </p:nvSpPr>
        <p:spPr>
          <a:xfrm>
            <a:off x="231059" y="243349"/>
            <a:ext cx="11729883" cy="6371303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1171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30E80DC1-2BF8-AFB1-1889-8A2E33A09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81526"/>
            <a:ext cx="11277599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:</a:t>
            </a:r>
            <a:endParaRPr lang="en-IN" sz="3600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F688CDB5-7CA5-4E30-E731-1AF2E69DF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3056" y="1375389"/>
            <a:ext cx="11277599" cy="588986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3-TIER ARCHITECTURE OF SOFTWARE STACK:</a:t>
            </a:r>
          </a:p>
          <a:p>
            <a:pPr marL="0" indent="0">
              <a:buNone/>
            </a:pPr>
            <a:endParaRPr lang="en-US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25AE8A-D525-9656-90D4-DAA5E41B2B63}"/>
              </a:ext>
            </a:extLst>
          </p:cNvPr>
          <p:cNvSpPr/>
          <p:nvPr/>
        </p:nvSpPr>
        <p:spPr>
          <a:xfrm>
            <a:off x="231059" y="243349"/>
            <a:ext cx="11729883" cy="6371303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8" name="Arrow: Circular 27">
            <a:extLst>
              <a:ext uri="{FF2B5EF4-FFF2-40B4-BE49-F238E27FC236}">
                <a16:creationId xmlns:a16="http://schemas.microsoft.com/office/drawing/2014/main" id="{F93C7734-141E-2FB9-C4D7-7239A85C46AA}"/>
              </a:ext>
            </a:extLst>
          </p:cNvPr>
          <p:cNvSpPr/>
          <p:nvPr/>
        </p:nvSpPr>
        <p:spPr>
          <a:xfrm rot="431063" flipH="1" flipV="1">
            <a:off x="5956541" y="3075686"/>
            <a:ext cx="4084988" cy="3325601"/>
          </a:xfrm>
          <a:prstGeom prst="circularArrow">
            <a:avLst>
              <a:gd name="adj1" fmla="val 2671"/>
              <a:gd name="adj2" fmla="val 324957"/>
              <a:gd name="adj3" fmla="val 19497626"/>
              <a:gd name="adj4" fmla="val 12573605"/>
              <a:gd name="adj5" fmla="val 3116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-1455363"/>
              <a:satOff val="-83928"/>
              <a:lumOff val="8628"/>
              <a:alphaOff val="0"/>
            </a:schemeClr>
          </a:fillRef>
          <a:effectRef idx="0">
            <a:schemeClr val="accent2">
              <a:hueOff val="-1455363"/>
              <a:satOff val="-83928"/>
              <a:lumOff val="8628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51D3012-737B-CAB6-BB9E-7B924119E27D}"/>
              </a:ext>
            </a:extLst>
          </p:cNvPr>
          <p:cNvGrpSpPr/>
          <p:nvPr/>
        </p:nvGrpSpPr>
        <p:grpSpPr>
          <a:xfrm>
            <a:off x="800591" y="1912463"/>
            <a:ext cx="10590818" cy="4365512"/>
            <a:chOff x="912169" y="1912463"/>
            <a:chExt cx="10590818" cy="4365512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13EFEF3-4E30-1DA7-8683-B55847303D50}"/>
                </a:ext>
              </a:extLst>
            </p:cNvPr>
            <p:cNvSpPr/>
            <p:nvPr/>
          </p:nvSpPr>
          <p:spPr>
            <a:xfrm>
              <a:off x="912169" y="3160783"/>
              <a:ext cx="2966058" cy="2648523"/>
            </a:xfrm>
            <a:custGeom>
              <a:avLst/>
              <a:gdLst>
                <a:gd name="csX0" fmla="*/ 0 w 2966058"/>
                <a:gd name="csY0" fmla="*/ 238855 h 2388546"/>
                <a:gd name="csX1" fmla="*/ 238855 w 2966058"/>
                <a:gd name="csY1" fmla="*/ 0 h 2388546"/>
                <a:gd name="csX2" fmla="*/ 2727203 w 2966058"/>
                <a:gd name="csY2" fmla="*/ 0 h 2388546"/>
                <a:gd name="csX3" fmla="*/ 2966058 w 2966058"/>
                <a:gd name="csY3" fmla="*/ 238855 h 2388546"/>
                <a:gd name="csX4" fmla="*/ 2966058 w 2966058"/>
                <a:gd name="csY4" fmla="*/ 2149691 h 2388546"/>
                <a:gd name="csX5" fmla="*/ 2727203 w 2966058"/>
                <a:gd name="csY5" fmla="*/ 2388546 h 2388546"/>
                <a:gd name="csX6" fmla="*/ 238855 w 2966058"/>
                <a:gd name="csY6" fmla="*/ 2388546 h 2388546"/>
                <a:gd name="csX7" fmla="*/ 0 w 2966058"/>
                <a:gd name="csY7" fmla="*/ 2149691 h 2388546"/>
                <a:gd name="csX8" fmla="*/ 0 w 2966058"/>
                <a:gd name="csY8" fmla="*/ 238855 h 23885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966058" h="2388546">
                  <a:moveTo>
                    <a:pt x="0" y="238855"/>
                  </a:moveTo>
                  <a:cubicBezTo>
                    <a:pt x="0" y="106939"/>
                    <a:pt x="106939" y="0"/>
                    <a:pt x="238855" y="0"/>
                  </a:cubicBezTo>
                  <a:lnTo>
                    <a:pt x="2727203" y="0"/>
                  </a:lnTo>
                  <a:cubicBezTo>
                    <a:pt x="2859119" y="0"/>
                    <a:pt x="2966058" y="106939"/>
                    <a:pt x="2966058" y="238855"/>
                  </a:cubicBezTo>
                  <a:lnTo>
                    <a:pt x="2966058" y="2149691"/>
                  </a:lnTo>
                  <a:cubicBezTo>
                    <a:pt x="2966058" y="2281607"/>
                    <a:pt x="2859119" y="2388546"/>
                    <a:pt x="2727203" y="2388546"/>
                  </a:cubicBezTo>
                  <a:lnTo>
                    <a:pt x="238855" y="2388546"/>
                  </a:lnTo>
                  <a:cubicBezTo>
                    <a:pt x="106939" y="2388546"/>
                    <a:pt x="0" y="2281607"/>
                    <a:pt x="0" y="2149691"/>
                  </a:cubicBezTo>
                  <a:lnTo>
                    <a:pt x="0" y="238855"/>
                  </a:lnTo>
                  <a:close/>
                </a:path>
              </a:pathLst>
            </a:custGeom>
          </p:spPr>
          <p:style>
            <a:lnRef idx="2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792" tIns="178792" rIns="178792" bIns="690623" numCol="1" spcCol="1270" anchor="t" anchorCtr="0">
              <a:noAutofit/>
            </a:bodyPr>
            <a:lstStyle/>
            <a:p>
              <a:pPr marL="228600" lvl="1" indent="-22860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24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HTML</a:t>
              </a:r>
              <a:endParaRPr lang="en-IN" sz="24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28600" lvl="1" indent="-22860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24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CSS</a:t>
              </a:r>
              <a:endParaRPr lang="en-IN" sz="24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28600" lvl="1" indent="-22860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24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BOOTSTRAP</a:t>
              </a:r>
              <a:endParaRPr lang="en-IN" sz="24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28600" lvl="1" indent="-22860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24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JAVA SCRIPT</a:t>
              </a:r>
              <a:endParaRPr lang="en-IN" sz="24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28600" lvl="1" indent="-22860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24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REACT JS</a:t>
              </a:r>
              <a:endParaRPr lang="en-IN" sz="24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Shape 20">
              <a:extLst>
                <a:ext uri="{FF2B5EF4-FFF2-40B4-BE49-F238E27FC236}">
                  <a16:creationId xmlns:a16="http://schemas.microsoft.com/office/drawing/2014/main" id="{C61771A8-6938-7AE5-1237-77993EEC079C}"/>
                </a:ext>
              </a:extLst>
            </p:cNvPr>
            <p:cNvSpPr/>
            <p:nvPr/>
          </p:nvSpPr>
          <p:spPr>
            <a:xfrm>
              <a:off x="2972524" y="3102283"/>
              <a:ext cx="3175692" cy="3175692"/>
            </a:xfrm>
            <a:prstGeom prst="leftCircularArrow">
              <a:avLst>
                <a:gd name="adj1" fmla="val 3435"/>
                <a:gd name="adj2" fmla="val 425598"/>
                <a:gd name="adj3" fmla="val 2131586"/>
                <a:gd name="adj4" fmla="val 8954966"/>
                <a:gd name="adj5" fmla="val 4008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8EF2E3D-679E-D8F7-D791-920116758847}"/>
                </a:ext>
              </a:extLst>
            </p:cNvPr>
            <p:cNvSpPr/>
            <p:nvPr/>
          </p:nvSpPr>
          <p:spPr>
            <a:xfrm>
              <a:off x="1304201" y="5273934"/>
              <a:ext cx="2661006" cy="842444"/>
            </a:xfrm>
            <a:custGeom>
              <a:avLst/>
              <a:gdLst>
                <a:gd name="csX0" fmla="*/ 0 w 2661006"/>
                <a:gd name="csY0" fmla="*/ 84244 h 842444"/>
                <a:gd name="csX1" fmla="*/ 84244 w 2661006"/>
                <a:gd name="csY1" fmla="*/ 0 h 842444"/>
                <a:gd name="csX2" fmla="*/ 2576762 w 2661006"/>
                <a:gd name="csY2" fmla="*/ 0 h 842444"/>
                <a:gd name="csX3" fmla="*/ 2661006 w 2661006"/>
                <a:gd name="csY3" fmla="*/ 84244 h 842444"/>
                <a:gd name="csX4" fmla="*/ 2661006 w 2661006"/>
                <a:gd name="csY4" fmla="*/ 758200 h 842444"/>
                <a:gd name="csX5" fmla="*/ 2576762 w 2661006"/>
                <a:gd name="csY5" fmla="*/ 842444 h 842444"/>
                <a:gd name="csX6" fmla="*/ 84244 w 2661006"/>
                <a:gd name="csY6" fmla="*/ 842444 h 842444"/>
                <a:gd name="csX7" fmla="*/ 0 w 2661006"/>
                <a:gd name="csY7" fmla="*/ 758200 h 842444"/>
                <a:gd name="csX8" fmla="*/ 0 w 2661006"/>
                <a:gd name="csY8" fmla="*/ 84244 h 8424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661006" h="842444">
                  <a:moveTo>
                    <a:pt x="0" y="84244"/>
                  </a:moveTo>
                  <a:cubicBezTo>
                    <a:pt x="0" y="37717"/>
                    <a:pt x="37717" y="0"/>
                    <a:pt x="84244" y="0"/>
                  </a:cubicBezTo>
                  <a:lnTo>
                    <a:pt x="2576762" y="0"/>
                  </a:lnTo>
                  <a:cubicBezTo>
                    <a:pt x="2623289" y="0"/>
                    <a:pt x="2661006" y="37717"/>
                    <a:pt x="2661006" y="84244"/>
                  </a:cubicBezTo>
                  <a:lnTo>
                    <a:pt x="2661006" y="758200"/>
                  </a:lnTo>
                  <a:cubicBezTo>
                    <a:pt x="2661006" y="804727"/>
                    <a:pt x="2623289" y="842444"/>
                    <a:pt x="2576762" y="842444"/>
                  </a:cubicBezTo>
                  <a:lnTo>
                    <a:pt x="84244" y="842444"/>
                  </a:lnTo>
                  <a:cubicBezTo>
                    <a:pt x="37717" y="842444"/>
                    <a:pt x="0" y="804727"/>
                    <a:pt x="0" y="758200"/>
                  </a:cubicBezTo>
                  <a:lnTo>
                    <a:pt x="0" y="8424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5634" tIns="65314" rIns="85634" bIns="65314" numCol="1" spcCol="1270" anchor="ctr" anchorCtr="0">
              <a:noAutofit/>
            </a:bodyPr>
            <a:lstStyle/>
            <a:p>
              <a:pPr marL="0" lvl="0" indent="0"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2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FRONTEND</a:t>
              </a:r>
              <a:endParaRPr lang="en-IN" sz="32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2AFA5EF-714C-0AF1-15A3-C61FA1D7104C}"/>
                </a:ext>
              </a:extLst>
            </p:cNvPr>
            <p:cNvSpPr/>
            <p:nvPr/>
          </p:nvSpPr>
          <p:spPr>
            <a:xfrm>
              <a:off x="4642427" y="3370695"/>
              <a:ext cx="2383275" cy="1965704"/>
            </a:xfrm>
            <a:custGeom>
              <a:avLst/>
              <a:gdLst>
                <a:gd name="csX0" fmla="*/ 0 w 2383275"/>
                <a:gd name="csY0" fmla="*/ 196570 h 1965704"/>
                <a:gd name="csX1" fmla="*/ 196570 w 2383275"/>
                <a:gd name="csY1" fmla="*/ 0 h 1965704"/>
                <a:gd name="csX2" fmla="*/ 2186705 w 2383275"/>
                <a:gd name="csY2" fmla="*/ 0 h 1965704"/>
                <a:gd name="csX3" fmla="*/ 2383275 w 2383275"/>
                <a:gd name="csY3" fmla="*/ 196570 h 1965704"/>
                <a:gd name="csX4" fmla="*/ 2383275 w 2383275"/>
                <a:gd name="csY4" fmla="*/ 1769134 h 1965704"/>
                <a:gd name="csX5" fmla="*/ 2186705 w 2383275"/>
                <a:gd name="csY5" fmla="*/ 1965704 h 1965704"/>
                <a:gd name="csX6" fmla="*/ 196570 w 2383275"/>
                <a:gd name="csY6" fmla="*/ 1965704 h 1965704"/>
                <a:gd name="csX7" fmla="*/ 0 w 2383275"/>
                <a:gd name="csY7" fmla="*/ 1769134 h 1965704"/>
                <a:gd name="csX8" fmla="*/ 0 w 2383275"/>
                <a:gd name="csY8" fmla="*/ 196570 h 1965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383275" h="1965704">
                  <a:moveTo>
                    <a:pt x="0" y="196570"/>
                  </a:moveTo>
                  <a:cubicBezTo>
                    <a:pt x="0" y="88007"/>
                    <a:pt x="88007" y="0"/>
                    <a:pt x="196570" y="0"/>
                  </a:cubicBezTo>
                  <a:lnTo>
                    <a:pt x="2186705" y="0"/>
                  </a:lnTo>
                  <a:cubicBezTo>
                    <a:pt x="2295268" y="0"/>
                    <a:pt x="2383275" y="88007"/>
                    <a:pt x="2383275" y="196570"/>
                  </a:cubicBezTo>
                  <a:lnTo>
                    <a:pt x="2383275" y="1769134"/>
                  </a:lnTo>
                  <a:cubicBezTo>
                    <a:pt x="2383275" y="1877697"/>
                    <a:pt x="2295268" y="1965704"/>
                    <a:pt x="2186705" y="1965704"/>
                  </a:cubicBezTo>
                  <a:lnTo>
                    <a:pt x="196570" y="1965704"/>
                  </a:lnTo>
                  <a:cubicBezTo>
                    <a:pt x="88007" y="1965704"/>
                    <a:pt x="0" y="1877697"/>
                    <a:pt x="0" y="1769134"/>
                  </a:cubicBezTo>
                  <a:lnTo>
                    <a:pt x="0" y="196570"/>
                  </a:lnTo>
                  <a:close/>
                </a:path>
              </a:pathLst>
            </a:custGeom>
          </p:spPr>
          <p:style>
            <a:lnRef idx="2">
              <a:schemeClr val="accent2">
                <a:hueOff val="-727682"/>
                <a:satOff val="-41964"/>
                <a:lumOff val="4314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69061" tIns="590284" rIns="169061" bIns="169061" numCol="1" spcCol="1270" anchor="t" anchorCtr="0">
              <a:noAutofit/>
            </a:bodyPr>
            <a:lstStyle/>
            <a:p>
              <a:pPr marL="285750" lvl="1" indent="-28575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28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PYTHON</a:t>
              </a:r>
              <a:endParaRPr lang="en-IN" sz="28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lvl="1" indent="-28575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28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DJANGO</a:t>
              </a:r>
              <a:endParaRPr lang="en-IN" sz="28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lvl="1" indent="-28575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28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API</a:t>
              </a:r>
              <a:endParaRPr lang="en-IN" sz="28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Arrow: Circular 23">
              <a:extLst>
                <a:ext uri="{FF2B5EF4-FFF2-40B4-BE49-F238E27FC236}">
                  <a16:creationId xmlns:a16="http://schemas.microsoft.com/office/drawing/2014/main" id="{250F79AC-A492-7097-6E49-D878FAED2C6B}"/>
                </a:ext>
              </a:extLst>
            </p:cNvPr>
            <p:cNvSpPr/>
            <p:nvPr/>
          </p:nvSpPr>
          <p:spPr>
            <a:xfrm flipH="1">
              <a:off x="1673130" y="1912463"/>
              <a:ext cx="4084988" cy="4084988"/>
            </a:xfrm>
            <a:prstGeom prst="circularArrow">
              <a:avLst>
                <a:gd name="adj1" fmla="val 2671"/>
                <a:gd name="adj2" fmla="val 324957"/>
                <a:gd name="adj3" fmla="val 19497626"/>
                <a:gd name="adj4" fmla="val 12573605"/>
                <a:gd name="adj5" fmla="val 3116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1455363"/>
                <a:satOff val="-83928"/>
                <a:lumOff val="8628"/>
                <a:alphaOff val="0"/>
              </a:schemeClr>
            </a:fillRef>
            <a:effectRef idx="0">
              <a:schemeClr val="accent2">
                <a:hueOff val="-1455363"/>
                <a:satOff val="-83928"/>
                <a:lumOff val="8628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0747E0F-3718-FDA7-585F-3B059EB0EFC0}"/>
                </a:ext>
              </a:extLst>
            </p:cNvPr>
            <p:cNvSpPr/>
            <p:nvPr/>
          </p:nvSpPr>
          <p:spPr>
            <a:xfrm>
              <a:off x="4826130" y="2949473"/>
              <a:ext cx="2963772" cy="842444"/>
            </a:xfrm>
            <a:custGeom>
              <a:avLst/>
              <a:gdLst>
                <a:gd name="csX0" fmla="*/ 0 w 2810295"/>
                <a:gd name="csY0" fmla="*/ 84244 h 842444"/>
                <a:gd name="csX1" fmla="*/ 84244 w 2810295"/>
                <a:gd name="csY1" fmla="*/ 0 h 842444"/>
                <a:gd name="csX2" fmla="*/ 2726051 w 2810295"/>
                <a:gd name="csY2" fmla="*/ 0 h 842444"/>
                <a:gd name="csX3" fmla="*/ 2810295 w 2810295"/>
                <a:gd name="csY3" fmla="*/ 84244 h 842444"/>
                <a:gd name="csX4" fmla="*/ 2810295 w 2810295"/>
                <a:gd name="csY4" fmla="*/ 758200 h 842444"/>
                <a:gd name="csX5" fmla="*/ 2726051 w 2810295"/>
                <a:gd name="csY5" fmla="*/ 842444 h 842444"/>
                <a:gd name="csX6" fmla="*/ 84244 w 2810295"/>
                <a:gd name="csY6" fmla="*/ 842444 h 842444"/>
                <a:gd name="csX7" fmla="*/ 0 w 2810295"/>
                <a:gd name="csY7" fmla="*/ 758200 h 842444"/>
                <a:gd name="csX8" fmla="*/ 0 w 2810295"/>
                <a:gd name="csY8" fmla="*/ 84244 h 8424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10295" h="842444">
                  <a:moveTo>
                    <a:pt x="0" y="84244"/>
                  </a:moveTo>
                  <a:cubicBezTo>
                    <a:pt x="0" y="37717"/>
                    <a:pt x="37717" y="0"/>
                    <a:pt x="84244" y="0"/>
                  </a:cubicBezTo>
                  <a:lnTo>
                    <a:pt x="2726051" y="0"/>
                  </a:lnTo>
                  <a:cubicBezTo>
                    <a:pt x="2772578" y="0"/>
                    <a:pt x="2810295" y="37717"/>
                    <a:pt x="2810295" y="84244"/>
                  </a:cubicBezTo>
                  <a:lnTo>
                    <a:pt x="2810295" y="758200"/>
                  </a:lnTo>
                  <a:cubicBezTo>
                    <a:pt x="2810295" y="804727"/>
                    <a:pt x="2772578" y="842444"/>
                    <a:pt x="2726051" y="842444"/>
                  </a:cubicBezTo>
                  <a:lnTo>
                    <a:pt x="84244" y="842444"/>
                  </a:lnTo>
                  <a:cubicBezTo>
                    <a:pt x="37717" y="842444"/>
                    <a:pt x="0" y="804727"/>
                    <a:pt x="0" y="758200"/>
                  </a:cubicBezTo>
                  <a:lnTo>
                    <a:pt x="0" y="8424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727682"/>
                <a:satOff val="-41964"/>
                <a:lumOff val="4314"/>
                <a:alphaOff val="0"/>
              </a:schemeClr>
            </a:fillRef>
            <a:effectRef idx="0">
              <a:schemeClr val="accent2">
                <a:hueOff val="-727682"/>
                <a:satOff val="-41964"/>
                <a:lumOff val="4314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5634" tIns="65314" rIns="85634" bIns="65314" numCol="1" spcCol="1270" anchor="ctr" anchorCtr="0">
              <a:noAutofit/>
            </a:bodyPr>
            <a:lstStyle/>
            <a:p>
              <a:pPr marL="0" lvl="0" indent="0"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2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MIDDLEWARE</a:t>
              </a:r>
              <a:endParaRPr lang="en-IN" sz="32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A6EC5CF-3E12-62F9-7E8B-DFDCC7334854}"/>
                </a:ext>
              </a:extLst>
            </p:cNvPr>
            <p:cNvSpPr/>
            <p:nvPr/>
          </p:nvSpPr>
          <p:spPr>
            <a:xfrm>
              <a:off x="8155939" y="3112822"/>
              <a:ext cx="3347048" cy="2485160"/>
            </a:xfrm>
            <a:custGeom>
              <a:avLst/>
              <a:gdLst>
                <a:gd name="csX0" fmla="*/ 0 w 3347048"/>
                <a:gd name="csY0" fmla="*/ 248516 h 2485160"/>
                <a:gd name="csX1" fmla="*/ 248516 w 3347048"/>
                <a:gd name="csY1" fmla="*/ 0 h 2485160"/>
                <a:gd name="csX2" fmla="*/ 3098532 w 3347048"/>
                <a:gd name="csY2" fmla="*/ 0 h 2485160"/>
                <a:gd name="csX3" fmla="*/ 3347048 w 3347048"/>
                <a:gd name="csY3" fmla="*/ 248516 h 2485160"/>
                <a:gd name="csX4" fmla="*/ 3347048 w 3347048"/>
                <a:gd name="csY4" fmla="*/ 2236644 h 2485160"/>
                <a:gd name="csX5" fmla="*/ 3098532 w 3347048"/>
                <a:gd name="csY5" fmla="*/ 2485160 h 2485160"/>
                <a:gd name="csX6" fmla="*/ 248516 w 3347048"/>
                <a:gd name="csY6" fmla="*/ 2485160 h 2485160"/>
                <a:gd name="csX7" fmla="*/ 0 w 3347048"/>
                <a:gd name="csY7" fmla="*/ 2236644 h 2485160"/>
                <a:gd name="csX8" fmla="*/ 0 w 3347048"/>
                <a:gd name="csY8" fmla="*/ 248516 h 24851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347048" h="2485160">
                  <a:moveTo>
                    <a:pt x="0" y="248516"/>
                  </a:moveTo>
                  <a:cubicBezTo>
                    <a:pt x="0" y="111264"/>
                    <a:pt x="111264" y="0"/>
                    <a:pt x="248516" y="0"/>
                  </a:cubicBezTo>
                  <a:lnTo>
                    <a:pt x="3098532" y="0"/>
                  </a:lnTo>
                  <a:cubicBezTo>
                    <a:pt x="3235784" y="0"/>
                    <a:pt x="3347048" y="111264"/>
                    <a:pt x="3347048" y="248516"/>
                  </a:cubicBezTo>
                  <a:lnTo>
                    <a:pt x="3347048" y="2236644"/>
                  </a:lnTo>
                  <a:cubicBezTo>
                    <a:pt x="3347048" y="2373896"/>
                    <a:pt x="3235784" y="2485160"/>
                    <a:pt x="3098532" y="2485160"/>
                  </a:cubicBezTo>
                  <a:lnTo>
                    <a:pt x="248516" y="2485160"/>
                  </a:lnTo>
                  <a:cubicBezTo>
                    <a:pt x="111264" y="2485160"/>
                    <a:pt x="0" y="2373896"/>
                    <a:pt x="0" y="2236644"/>
                  </a:cubicBezTo>
                  <a:lnTo>
                    <a:pt x="0" y="248516"/>
                  </a:lnTo>
                  <a:close/>
                </a:path>
              </a:pathLst>
            </a:custGeom>
          </p:spPr>
          <p:style>
            <a:lnRef idx="2">
              <a:schemeClr val="accent2">
                <a:hueOff val="-1455363"/>
                <a:satOff val="-83928"/>
                <a:lumOff val="8628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81015" tIns="181015" rIns="181015" bIns="713549" numCol="1" spcCol="1270" anchor="t" anchorCtr="0">
              <a:noAutofit/>
            </a:bodyPr>
            <a:lstStyle/>
            <a:p>
              <a:pPr marL="285750" lvl="1" indent="-28575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28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DATABASE</a:t>
              </a:r>
              <a:endParaRPr lang="en-IN" sz="28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lvl="1" indent="-28575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28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ORACLE SQL</a:t>
              </a:r>
              <a:endParaRPr lang="en-IN" sz="28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lvl="1" indent="-28575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28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MYSQL</a:t>
              </a:r>
              <a:endParaRPr lang="en-IN" sz="28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lvl="1" indent="-28575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28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POSTGRE SQL</a:t>
              </a:r>
              <a:endParaRPr lang="en-IN" sz="28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9AEC11E-A7A5-2072-C450-39FA33E40D7B}"/>
                </a:ext>
              </a:extLst>
            </p:cNvPr>
            <p:cNvSpPr/>
            <p:nvPr/>
          </p:nvSpPr>
          <p:spPr>
            <a:xfrm>
              <a:off x="8741227" y="5070290"/>
              <a:ext cx="2494495" cy="842444"/>
            </a:xfrm>
            <a:custGeom>
              <a:avLst/>
              <a:gdLst>
                <a:gd name="csX0" fmla="*/ 0 w 2494495"/>
                <a:gd name="csY0" fmla="*/ 84244 h 842444"/>
                <a:gd name="csX1" fmla="*/ 84244 w 2494495"/>
                <a:gd name="csY1" fmla="*/ 0 h 842444"/>
                <a:gd name="csX2" fmla="*/ 2410251 w 2494495"/>
                <a:gd name="csY2" fmla="*/ 0 h 842444"/>
                <a:gd name="csX3" fmla="*/ 2494495 w 2494495"/>
                <a:gd name="csY3" fmla="*/ 84244 h 842444"/>
                <a:gd name="csX4" fmla="*/ 2494495 w 2494495"/>
                <a:gd name="csY4" fmla="*/ 758200 h 842444"/>
                <a:gd name="csX5" fmla="*/ 2410251 w 2494495"/>
                <a:gd name="csY5" fmla="*/ 842444 h 842444"/>
                <a:gd name="csX6" fmla="*/ 84244 w 2494495"/>
                <a:gd name="csY6" fmla="*/ 842444 h 842444"/>
                <a:gd name="csX7" fmla="*/ 0 w 2494495"/>
                <a:gd name="csY7" fmla="*/ 758200 h 842444"/>
                <a:gd name="csX8" fmla="*/ 0 w 2494495"/>
                <a:gd name="csY8" fmla="*/ 84244 h 8424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494495" h="842444">
                  <a:moveTo>
                    <a:pt x="0" y="84244"/>
                  </a:moveTo>
                  <a:cubicBezTo>
                    <a:pt x="0" y="37717"/>
                    <a:pt x="37717" y="0"/>
                    <a:pt x="84244" y="0"/>
                  </a:cubicBezTo>
                  <a:lnTo>
                    <a:pt x="2410251" y="0"/>
                  </a:lnTo>
                  <a:cubicBezTo>
                    <a:pt x="2456778" y="0"/>
                    <a:pt x="2494495" y="37717"/>
                    <a:pt x="2494495" y="84244"/>
                  </a:cubicBezTo>
                  <a:lnTo>
                    <a:pt x="2494495" y="758200"/>
                  </a:lnTo>
                  <a:cubicBezTo>
                    <a:pt x="2494495" y="804727"/>
                    <a:pt x="2456778" y="842444"/>
                    <a:pt x="2410251" y="842444"/>
                  </a:cubicBezTo>
                  <a:lnTo>
                    <a:pt x="84244" y="842444"/>
                  </a:lnTo>
                  <a:cubicBezTo>
                    <a:pt x="37717" y="842444"/>
                    <a:pt x="0" y="804727"/>
                    <a:pt x="0" y="758200"/>
                  </a:cubicBezTo>
                  <a:lnTo>
                    <a:pt x="0" y="8424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1455363"/>
                <a:satOff val="-83928"/>
                <a:lumOff val="8628"/>
                <a:alphaOff val="0"/>
              </a:schemeClr>
            </a:fillRef>
            <a:effectRef idx="0">
              <a:schemeClr val="accent2">
                <a:hueOff val="-1455363"/>
                <a:satOff val="-83928"/>
                <a:lumOff val="8628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5634" tIns="65314" rIns="85634" bIns="65314" numCol="1" spcCol="1270" anchor="ctr" anchorCtr="0">
              <a:noAutofit/>
            </a:bodyPr>
            <a:lstStyle/>
            <a:p>
              <a:pPr marL="0" lvl="0" indent="0"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2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BACKEND</a:t>
              </a:r>
              <a:endParaRPr lang="en-IN" sz="32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9" name="Shape 28">
            <a:extLst>
              <a:ext uri="{FF2B5EF4-FFF2-40B4-BE49-F238E27FC236}">
                <a16:creationId xmlns:a16="http://schemas.microsoft.com/office/drawing/2014/main" id="{E5B52DEE-67AD-B66D-B5EA-C13D0CF93CFE}"/>
              </a:ext>
            </a:extLst>
          </p:cNvPr>
          <p:cNvSpPr/>
          <p:nvPr/>
        </p:nvSpPr>
        <p:spPr>
          <a:xfrm flipV="1">
            <a:off x="7184069" y="2160707"/>
            <a:ext cx="3175692" cy="3175692"/>
          </a:xfrm>
          <a:prstGeom prst="leftCircularArrow">
            <a:avLst>
              <a:gd name="adj1" fmla="val 3435"/>
              <a:gd name="adj2" fmla="val 425598"/>
              <a:gd name="adj3" fmla="val 2131586"/>
              <a:gd name="adj4" fmla="val 8954966"/>
              <a:gd name="adj5" fmla="val 4008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7A05001-5BCD-C6E1-FA5E-2F85A44BF9EE}"/>
              </a:ext>
            </a:extLst>
          </p:cNvPr>
          <p:cNvSpPr/>
          <p:nvPr/>
        </p:nvSpPr>
        <p:spPr>
          <a:xfrm>
            <a:off x="4357159" y="5597982"/>
            <a:ext cx="468086" cy="41356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IN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F7BA79C-6C5C-278D-0BDE-2AA2F5296579}"/>
              </a:ext>
            </a:extLst>
          </p:cNvPr>
          <p:cNvSpPr/>
          <p:nvPr/>
        </p:nvSpPr>
        <p:spPr>
          <a:xfrm>
            <a:off x="8478657" y="2371800"/>
            <a:ext cx="468086" cy="41356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IN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FCD7523-3B93-44D4-2237-0EDE5C53DABC}"/>
              </a:ext>
            </a:extLst>
          </p:cNvPr>
          <p:cNvSpPr/>
          <p:nvPr/>
        </p:nvSpPr>
        <p:spPr>
          <a:xfrm>
            <a:off x="7555859" y="5689029"/>
            <a:ext cx="468086" cy="41356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IN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5528E83-A3E6-7727-A880-BFB9CED9DB17}"/>
              </a:ext>
            </a:extLst>
          </p:cNvPr>
          <p:cNvSpPr/>
          <p:nvPr/>
        </p:nvSpPr>
        <p:spPr>
          <a:xfrm>
            <a:off x="3430007" y="2405525"/>
            <a:ext cx="468086" cy="41356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7829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DAC70-2AFA-F742-827A-929E8D567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SOFTWARE AND HARDWARE TOOL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 :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16E90-93A1-B75A-89B5-BC383932D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SOFTWARE TOOLS: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IDE : For Python Programming.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Oracle Database (11g) : For SQL and Database Management System.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 : For accessing applications.</a:t>
            </a:r>
          </a:p>
          <a:p>
            <a:pPr marL="0" indent="0">
              <a:buNone/>
            </a:pPr>
            <a:endParaRPr lang="en-IN" sz="2400" dirty="0"/>
          </a:p>
          <a:p>
            <a:r>
              <a:rPr 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HARDWARE TOOLS: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 / Computer.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4GB RAM.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Connection.</a:t>
            </a:r>
          </a:p>
        </p:txBody>
      </p:sp>
    </p:spTree>
    <p:extLst>
      <p:ext uri="{BB962C8B-B14F-4D97-AF65-F5344CB8AC3E}">
        <p14:creationId xmlns:p14="http://schemas.microsoft.com/office/powerpoint/2010/main" val="552176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FD2D0-5684-439D-440E-38F8E0203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448" y="156238"/>
            <a:ext cx="8596668" cy="132080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0E0E85-A3F7-6DB3-B64C-1DB219D35F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238" y="2123204"/>
            <a:ext cx="8443524" cy="4225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828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54BCA-27E1-A95B-AA7A-95550B7AD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>
            <a:normAutofit/>
          </a:bodyPr>
          <a:lstStyle/>
          <a:p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</a:t>
            </a:r>
            <a:endParaRPr lang="en-I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96024F-4693-68D2-0B66-9C494109B33E}"/>
              </a:ext>
            </a:extLst>
          </p:cNvPr>
          <p:cNvSpPr txBox="1"/>
          <p:nvPr/>
        </p:nvSpPr>
        <p:spPr>
          <a:xfrm>
            <a:off x="270587" y="1219200"/>
            <a:ext cx="947990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Setup of Django backend, React frontend, and database for the food ordering system.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APIs for menu management, cart operations, and order processing.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of responsive frontend pages such as menu, cart, login, and checkout.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speech recognition for voice-based food search and ordering.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Testing, debugging, and final integration of frontend, backend, and voice assistant modules.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0946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12C34-2906-8D2B-A869-26CA115DD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SNAPSHOTS:</a:t>
            </a:r>
            <a:endParaRPr lang="en-IN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6882823-D0D1-2ACC-A52A-394E99AEBD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992" y="1930400"/>
            <a:ext cx="3977041" cy="19168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6E3ABD9-5E6A-FE60-1D68-76278E708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5183" y="1920860"/>
            <a:ext cx="3732246" cy="18218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E389A4D-C47B-ACB4-D51D-9E12E73B44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7179" y="4114800"/>
            <a:ext cx="4416007" cy="225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57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C0E28-5093-7943-BF3C-1E1887F6B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75F4BB-B3AE-1916-B157-410FE944D5D8}"/>
              </a:ext>
            </a:extLst>
          </p:cNvPr>
          <p:cNvSpPr txBox="1"/>
          <p:nvPr/>
        </p:nvSpPr>
        <p:spPr>
          <a:xfrm>
            <a:off x="447869" y="1517313"/>
            <a:ext cx="8705461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Eco Eats Voice Assistant Project Was Successfully Developed Using Django And React Technologies.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An Easy And Interactive Voice-Based Food Ordering Experience For Users.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Recognition Integration Improved The Efficiency And Convenience Of Food Searching And Ordering.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Helped In Gaining Practical Knowledge Of Full Stack Development And API Integration.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Achieved Smooth Frontend-Backend Communication With Effective Cart And Checkout Functionality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9051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A7792-302D-C428-0137-48C6A6729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8533" y="3429000"/>
            <a:ext cx="10515600" cy="1133475"/>
          </a:xfrm>
        </p:spPr>
        <p:txBody>
          <a:bodyPr/>
          <a:lstStyle/>
          <a:p>
            <a:r>
              <a:rPr lang="en-US" dirty="0">
                <a:latin typeface="Forte" panose="03060902040502070203" pitchFamily="66" charset="0"/>
              </a:rPr>
              <a:t>			THANK YOU </a:t>
            </a:r>
            <a:endParaRPr lang="en-IN" dirty="0">
              <a:latin typeface="Forte" panose="03060902040502070203" pitchFamily="66" charset="0"/>
            </a:endParaRPr>
          </a:p>
        </p:txBody>
      </p:sp>
      <p:pic>
        <p:nvPicPr>
          <p:cNvPr id="5" name="Graphic 4" descr="Angel face outline with solid fill">
            <a:extLst>
              <a:ext uri="{FF2B5EF4-FFF2-40B4-BE49-F238E27FC236}">
                <a16:creationId xmlns:a16="http://schemas.microsoft.com/office/drawing/2014/main" id="{CDBCDBA2-A778-AF6E-22AB-A2DF3DB717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0" y="3538537"/>
            <a:ext cx="914400" cy="914400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41842432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552</TotalTime>
  <Words>521</Words>
  <Application>Microsoft Office PowerPoint</Application>
  <PresentationFormat>Widescreen</PresentationFormat>
  <Paragraphs>96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Bookman Old Style</vt:lpstr>
      <vt:lpstr>Calibri</vt:lpstr>
      <vt:lpstr>Calibri Light</vt:lpstr>
      <vt:lpstr>Forte</vt:lpstr>
      <vt:lpstr>Times New Roman</vt:lpstr>
      <vt:lpstr>Wingdings</vt:lpstr>
      <vt:lpstr>Retrospect</vt:lpstr>
      <vt:lpstr>PowerPoint Presentation</vt:lpstr>
      <vt:lpstr>QSPIDERS (A Unit Test Yantra Software Solutions)</vt:lpstr>
      <vt:lpstr>INTERSHIP OBJECTIVES :</vt:lpstr>
      <vt:lpstr> PROJECT OBJECTIVES : </vt:lpstr>
      <vt:lpstr>INTRODUCTION :</vt:lpstr>
      <vt:lpstr>SOFTWARE AND HARDWARE TOOLS :</vt:lpstr>
      <vt:lpstr>METHODOLOGY :</vt:lpstr>
      <vt:lpstr>IMPLEMENTATION:</vt:lpstr>
      <vt:lpstr>SNAPSHOTS:</vt:lpstr>
      <vt:lpstr>CONCLUSION:</vt:lpstr>
      <vt:lpstr>   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Dhanush PC</dc:creator>
  <cp:lastModifiedBy>Dhanush PC</cp:lastModifiedBy>
  <cp:revision>16</cp:revision>
  <dcterms:created xsi:type="dcterms:W3CDTF">2026-04-06T11:54:02Z</dcterms:created>
  <dcterms:modified xsi:type="dcterms:W3CDTF">2026-05-18T08:31:51Z</dcterms:modified>
</cp:coreProperties>
</file>